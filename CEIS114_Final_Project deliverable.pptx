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82296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737360"/>
            <a:ext cx="640080" cy="64008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651760"/>
            <a:ext cx="640080" cy="64008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685800"/>
            <a:ext cx="731520" cy="27432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304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457200"/>
            <a:ext cx="548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0" y="1097280"/>
            <a:ext cx="548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1737360"/>
            <a:ext cx="548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2377440"/>
            <a:ext cx="548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3017520"/>
            <a:ext cx="548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3657600"/>
            <a:ext cx="548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4297680"/>
            <a:ext cx="548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Multi-Intersection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71600" y="1188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Light System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CEIS114 – Final Course Project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DeVry University | College of Engineering and Information Sciences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320040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2 – 7 | Week 8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CEIS114 – IoT Fundamentals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simulate a smart, IoT-connected multi-intersection traffic light system using an ESP32 microcontroller and the Wokwi cloud simulator.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Wokwi.com — browser-based circuit and code simulator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with Arduino-style C++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29768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Progression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691640"/>
            <a:ext cx="685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0992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Mod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17282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&amp; Wokwi Setup / WiFi Scan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194560"/>
            <a:ext cx="685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21284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Mod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22311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Traffic Light Controller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685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71576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Mod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2734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Multi-Intersection Controller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00400"/>
            <a:ext cx="685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2186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Mod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32369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Pedestrian Crosswalk Button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703320"/>
            <a:ext cx="685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72160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Mod 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37398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Buzzer &amp; LCD Display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4206240"/>
            <a:ext cx="685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22452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Mod 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42428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Control via MQTT / Emergency Mode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Walk-Through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73736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 – Wokwi Setup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 Wokwi, set up the ESP32 template, added a breadboard, and ran a WiFi network scan to confirm microcontroller connectivity.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1737360"/>
          </a:xfrm>
          <a:prstGeom prst="rect">
            <a:avLst/>
          </a:prstGeom>
          <a:solidFill>
            <a:srgbClr val="023E8A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 – Single Traffic Light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3 LEDs (Red/Yellow/Green) to GPIO 14/12/13. Programmed a repeating loop: RED 2 s → GREEN 2 s → YELLOW 2 s using digitalWrite().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737360"/>
          </a:xfrm>
          <a:prstGeom prst="rect">
            <a:avLst/>
          </a:prstGeom>
          <a:solidFill>
            <a:srgbClr val="014F8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 – Dual Intersection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second set of LEDs (GPIO 25/26/27). Coded alternating N-S and E-W light patterns with interleaved timing for realistic intersection control.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53512"/>
            <a:ext cx="2743200" cy="1737360"/>
          </a:xfrm>
          <a:prstGeom prst="rect">
            <a:avLst/>
          </a:prstGeom>
          <a:solidFill>
            <a:srgbClr val="012A4A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53512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449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 – Crosswalk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4107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pushbutton (GPIO 19). When pressed, all lights go RED and the Serial Monitor counts down from 10 to 0 with a 'Walk / Do Not Walk' message.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53512"/>
            <a:ext cx="2743200" cy="1737360"/>
          </a:xfrm>
          <a:prstGeom prst="rect">
            <a:avLst/>
          </a:prstGeom>
          <a:solidFill>
            <a:srgbClr val="00304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53512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0449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6 – Buzzer &amp; LCD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4107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 16×2 I²C LCD (LiquidCrystal_I2C library) and a buzzer (GPIO 32). LCD displays 'Walk' countdown and 'Do Not Walk'; buzzer beeps during crossing.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53512"/>
            <a:ext cx="2743200" cy="1737360"/>
          </a:xfrm>
          <a:prstGeom prst="rect">
            <a:avLst/>
          </a:prstGeom>
          <a:solidFill>
            <a:srgbClr val="1B433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53512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449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7 – IoT / Emergency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34107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MQTT via PubSubClient + WiFi. A blue emergency LED (GPIO 16) flashes and all lights go RED when 'Emergency ON' is published via the IoT MQTT Panel app.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486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0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 Pin Conflicts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components across limited ESP32 GPIO pins — LEDs, button, buzzer, LCD (I²C SDA/SCL), and blue emergency LED — required careful pin mapping to avoid conflicts.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5486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0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LCD I²C Address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756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LiquidCrystal_I2C library requires the correct I²C address (0x27 or 0x3F). Mismatches caused a blank display requiring troubleshooting with address scanner code.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5486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426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0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596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Crosswalk Timing &amp; Debounce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87121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7 crosswalk used hardware interrupts with a 20 ms debounce filter to prevent button bounce from triggering multiple crossing events unintentionally.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92424"/>
            <a:ext cx="5486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381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0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3924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MQTT Connectivity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6667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the public test.mosquitto.org broker in Wokwi required understanding WiFi STA mode, client IDs, topic subscriptions, and callback-based message handling.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87952"/>
            <a:ext cx="5486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33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0"/>
                </a:solidFill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187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IoT Responsiveness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4622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the system could break out of traffic light loops when an MQTT Emergency ON message arrived required inserting client.loop() checks and break statements throughout.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304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Skills Developed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Embedded Programming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C++ on ESP32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pin control &amp;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interrupt handling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integration (I²C, MQTT, WiFi)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5156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&amp; Networking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publish/subscribe protocol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STA mode &amp; connection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broker connectivity (test.mosquitto.org)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remote device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1480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7180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99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 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832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wiring &amp; component layout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LED, buzzer, LCD, button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Ohm's law and resistor selection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Multi-component circuit debugging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11480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7180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999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Problem-Solving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3832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design across 6 modules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debugging in simulation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logic for real-world systems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&amp;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304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365760"/>
            <a:ext cx="914400" cy="2926080"/>
          </a:xfrm>
          <a:prstGeom prst="rect">
            <a:avLst/>
          </a:prstGeom>
          <a:solidFill>
            <a:srgbClr val="1111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54864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463040"/>
            <a:ext cx="640080" cy="64008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377440"/>
            <a:ext cx="640080" cy="64008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274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566160" y="960120"/>
            <a:ext cx="53035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0972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provided hands-on experience building a complete IoT system from the ground up — from a single blinking LED to a remotely controlled, multi-intersection traffic light with LCD feedback, audio alerts, and emergency override.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ESP32 programming skills using Arduino C++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simulated multi-component IoT circuits in Wokwi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MQTT protocol for real-time remote device control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iterative engineering design across six progressive modules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troubleshooting skills for real-world embedded systems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66160" y="4663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DeVry University | CEIS114 | Week 8 Final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Systems. (2024). ESP32 technical reference manual. https://www.espressif.com/en/products/socs/esp32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90472"/>
            <a:ext cx="82296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4533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Wokwi. (2024). Wokwi – online Arduino &amp; ESP32 simulator. https://wokwi.com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391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Knolleary. (2024). PubSubClient – MQTT library for Arduino. https://pubsubclient.knolleary.net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78024"/>
            <a:ext cx="82296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328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Mosquitto. (2024). Eclipse Mosquitto: An open source MQTT broker. https://mosquitto.org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82296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266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Arduino. (2024). Arduino language reference. https://www.arduino.cc/reference/en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82296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20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Schwartz. (2016). Internet of Things with Arduino Blueprints. Packt Publishing.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82296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142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MQTT Panel. (2024). IoT MQTT Panel app documentation. https://snrlab.in/iotmqttpanel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453128"/>
            <a:ext cx="82296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079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DeVry University. (2024). CEIS114 Course Project Guides – Modules 2–7. Course Materials.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 – ESP32 WiFi Scan Screenshots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1 – Code &amp; Circuit (sketch.ino + Simulation)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6" name="Image 0" descr="/home/claude/mod2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402336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2 – ESP32 WiFi Scan (Code + Breadboard)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20624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9" name="Image 1" descr="/home/claude/mod2_r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411480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– ESP32 &amp; Wokwi Setup | WiFi Network Scan Simulation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 – Wokwi Simulation Screenshots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 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6" name="Image 0" descr="/home/claude/circuit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402336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&amp; Simulation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20624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9" name="Image 1" descr="/home/claude/code_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411480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– Single Traffic Light Controller | Wokwi ESP32 Simulation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 – Dual Intersection Simulation Screenshots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1 – Circuit Simulation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6" name="Image 0" descr="/home/claude/mod4_img_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402336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2 – Code (sketch.ino)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20624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9" name="Image 1" descr="/home/claude/mod4_img_5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411480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– Multi-Intersection Traffic Light Controller | Wokwi ESP32 Simulation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 – Crosswalk Simulation Screenshots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1 – Circuit Simulation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6" name="Image 0" descr="/home/claude/mod5_circu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402336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2 – Code &amp; Serial Monitor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20624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9" name="Image 1" descr="/home/claude/mod5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411480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– Multiple Traffic Light Controller with Pedestrian Crosswalk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6 – Buzzer &amp; LCD Simulation Screenshots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1 – Code &amp; LCD Simulation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6" name="Image 0" descr="/home/claude/mod6_code_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402336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2 – LCD Walk Countdown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20624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9" name="Image 1" descr="/home/claude/mod6_si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411480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– Multiple Traffic Light Controller with Crosswalk, Buzzer &amp; LCD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7 – IoT MQTT Simulation Screenshots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1 – Code (sketch.ino)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6" name="Image 0" descr="/mnt/user-data/uploads/Screenshot_2026-04-25_at_12_58_45_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402336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2 – Circuit &amp; Serial Monitor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206240" cy="3383280"/>
          </a:xfrm>
          <a:prstGeom prst="rect">
            <a:avLst/>
          </a:prstGeom>
          <a:solidFill>
            <a:srgbClr val="111111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9" name="Image 1" descr="/mnt/user-data/uploads/Screenshot_2026-04-25_at_12_58_51_P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411480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– IoT Multi-Intersection Traffic Light with MQTT Emergency Control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CEIS114 Final Project – IoT Multi-Intersection Traffic Light System</dc:title>
  <dc:subject>PptxGenJS Presentation</dc:subject>
  <dc:creator>PptxGenJS</dc:creator>
  <cp:lastModifiedBy>PptxGenJS</cp:lastModifiedBy>
  <cp:revision>1</cp:revision>
  <dcterms:created xsi:type="dcterms:W3CDTF">2026-04-25T17:14:42Z</dcterms:created>
  <dcterms:modified xsi:type="dcterms:W3CDTF">2026-04-25T17:14:42Z</dcterms:modified>
</cp:coreProperties>
</file>